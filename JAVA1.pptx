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7" r:id="rId1"/>
  </p:sldMasterIdLst>
  <p:sldIdLst>
    <p:sldId id="256" r:id="rId2"/>
    <p:sldId id="257" r:id="rId3"/>
    <p:sldId id="258" r:id="rId4"/>
    <p:sldId id="260" r:id="rId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Group 15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sp>
          <p:nvSpPr>
            <p:cNvPr id="15" name="Freeform 14"/>
            <p:cNvSpPr/>
            <p:nvPr/>
          </p:nvSpPr>
          <p:spPr>
            <a:xfrm>
              <a:off x="0" y="-7862"/>
              <a:ext cx="863600" cy="5698067"/>
            </a:xfrm>
            <a:custGeom>
              <a:avLst/>
              <a:gdLst/>
              <a:ahLst/>
              <a:cxnLst/>
              <a:rect l="l" t="t" r="r" b="b"/>
              <a:pathLst>
                <a:path w="863600" h="5698067">
                  <a:moveTo>
                    <a:pt x="0" y="8467"/>
                  </a:moveTo>
                  <a:lnTo>
                    <a:pt x="863600" y="0"/>
                  </a:lnTo>
                  <a:lnTo>
                    <a:pt x="863600" y="16934"/>
                  </a:lnTo>
                  <a:lnTo>
                    <a:pt x="0" y="5698067"/>
                  </a:lnTo>
                  <a:lnTo>
                    <a:pt x="0" y="8467"/>
                  </a:lnTo>
                  <a:close/>
                </a:path>
              </a:pathLst>
            </a:custGeom>
            <a:solidFill>
              <a:schemeClr val="accent1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cxnSp>
          <p:nvCxnSpPr>
            <p:cNvPr id="19" name="Straight Connector 18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1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Isosceles Triangle 22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8A6425-A8C3-4896-9ABD-837C770006C6}" type="datetimeFigureOut">
              <a:rPr lang="en-IN" smtClean="0"/>
              <a:t>08-05-2026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677F71-F103-4020-987A-D6D7FA3C1A1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4692384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8A6425-A8C3-4896-9ABD-837C770006C6}" type="datetimeFigureOut">
              <a:rPr lang="en-IN" smtClean="0"/>
              <a:t>08-05-2026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677F71-F103-4020-987A-D6D7FA3C1A1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1891716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8A6425-A8C3-4896-9ABD-837C770006C6}" type="datetimeFigureOut">
              <a:rPr lang="en-IN" smtClean="0"/>
              <a:t>08-05-2026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677F71-F103-4020-987A-D6D7FA3C1A1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1614122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8A6425-A8C3-4896-9ABD-837C770006C6}" type="datetimeFigureOut">
              <a:rPr lang="en-IN" smtClean="0"/>
              <a:t>08-05-2026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677F71-F103-4020-987A-D6D7FA3C1A1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5999438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8A6425-A8C3-4896-9ABD-837C770006C6}" type="datetimeFigureOut">
              <a:rPr lang="en-IN" smtClean="0"/>
              <a:t>08-05-2026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677F71-F103-4020-987A-D6D7FA3C1A1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48295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8A6425-A8C3-4896-9ABD-837C770006C6}" type="datetimeFigureOut">
              <a:rPr lang="en-IN" smtClean="0"/>
              <a:t>08-05-2026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677F71-F103-4020-987A-D6D7FA3C1A1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3628434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8A6425-A8C3-4896-9ABD-837C770006C6}" type="datetimeFigureOut">
              <a:rPr lang="en-IN" smtClean="0"/>
              <a:t>08-05-2026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677F71-F103-4020-987A-D6D7FA3C1A1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0596658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8A6425-A8C3-4896-9ABD-837C770006C6}" type="datetimeFigureOut">
              <a:rPr lang="en-IN" smtClean="0"/>
              <a:t>08-05-2026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677F71-F103-4020-987A-D6D7FA3C1A1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8005830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677F71-F103-4020-987A-D6D7FA3C1A10}" type="slidenum">
              <a:rPr lang="en-IN" smtClean="0"/>
              <a:t>‹#›</a:t>
            </a:fld>
            <a:endParaRPr lang="en-IN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8A6425-A8C3-4896-9ABD-837C770006C6}" type="datetimeFigureOut">
              <a:rPr lang="en-IN" smtClean="0"/>
              <a:t>08-05-2026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1936481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8A6425-A8C3-4896-9ABD-837C770006C6}" type="datetimeFigureOut">
              <a:rPr lang="en-IN" smtClean="0"/>
              <a:t>08-05-2026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677F71-F103-4020-987A-D6D7FA3C1A1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4460227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8A6425-A8C3-4896-9ABD-837C770006C6}" type="datetimeFigureOut">
              <a:rPr lang="en-IN" smtClean="0"/>
              <a:t>08-05-2026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677F71-F103-4020-987A-D6D7FA3C1A10}" type="slidenum">
              <a:rPr lang="en-IN" smtClean="0"/>
              <a:t>‹#›</a:t>
            </a:fld>
            <a:endParaRPr lang="en-IN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408540347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8A6425-A8C3-4896-9ABD-837C770006C6}" type="datetimeFigureOut">
              <a:rPr lang="en-IN" smtClean="0"/>
              <a:t>08-05-2026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677F71-F103-4020-987A-D6D7FA3C1A1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8469809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8A6425-A8C3-4896-9ABD-837C770006C6}" type="datetimeFigureOut">
              <a:rPr lang="en-IN" smtClean="0"/>
              <a:t>08-05-2026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677F71-F103-4020-987A-D6D7FA3C1A10}" type="slidenum">
              <a:rPr lang="en-IN" smtClean="0"/>
              <a:t>‹#›</a:t>
            </a:fld>
            <a:endParaRPr lang="en-IN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23072990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8A6425-A8C3-4896-9ABD-837C770006C6}" type="datetimeFigureOut">
              <a:rPr lang="en-IN" smtClean="0"/>
              <a:t>08-05-2026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677F71-F103-4020-987A-D6D7FA3C1A1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6692853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8A6425-A8C3-4896-9ABD-837C770006C6}" type="datetimeFigureOut">
              <a:rPr lang="en-IN" smtClean="0"/>
              <a:t>08-05-2026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677F71-F103-4020-987A-D6D7FA3C1A1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2551675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8A6425-A8C3-4896-9ABD-837C770006C6}" type="datetimeFigureOut">
              <a:rPr lang="en-IN" smtClean="0"/>
              <a:t>08-05-2026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677F71-F103-4020-987A-D6D7FA3C1A1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788916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4" name="Group 43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88A6425-A8C3-4896-9ABD-837C770006C6}" type="datetimeFigureOut">
              <a:rPr lang="en-IN" smtClean="0"/>
              <a:t>08-05-2026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E8677F71-F103-4020-987A-D6D7FA3C1A1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0739592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8" r:id="rId1"/>
    <p:sldLayoutId id="2147483679" r:id="rId2"/>
    <p:sldLayoutId id="2147483680" r:id="rId3"/>
    <p:sldLayoutId id="2147483681" r:id="rId4"/>
    <p:sldLayoutId id="2147483682" r:id="rId5"/>
    <p:sldLayoutId id="2147483683" r:id="rId6"/>
    <p:sldLayoutId id="2147483684" r:id="rId7"/>
    <p:sldLayoutId id="2147483685" r:id="rId8"/>
    <p:sldLayoutId id="2147483686" r:id="rId9"/>
    <p:sldLayoutId id="2147483687" r:id="rId10"/>
    <p:sldLayoutId id="2147483688" r:id="rId11"/>
    <p:sldLayoutId id="2147483689" r:id="rId12"/>
    <p:sldLayoutId id="2147483690" r:id="rId13"/>
    <p:sldLayoutId id="2147483691" r:id="rId14"/>
    <p:sldLayoutId id="2147483692" r:id="rId15"/>
    <p:sldLayoutId id="2147483693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3666C1-C9C1-729B-534E-B576436061B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12955" y="1876926"/>
            <a:ext cx="10432026" cy="930241"/>
          </a:xfrm>
        </p:spPr>
        <p:txBody>
          <a:bodyPr/>
          <a:lstStyle/>
          <a:p>
            <a:pPr algn="l"/>
            <a:r>
              <a:rPr lang="en-IN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</a:t>
            </a:r>
            <a:br>
              <a:rPr lang="en-IN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IN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en-IN" sz="4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BANKING MANAGEMENT SYSTEM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E4BDAE4-91C7-18C8-3BB3-D851C50636B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07067" y="2920180"/>
            <a:ext cx="8394017" cy="2939845"/>
          </a:xfrm>
        </p:spPr>
        <p:txBody>
          <a:bodyPr>
            <a:normAutofit/>
          </a:bodyPr>
          <a:lstStyle/>
          <a:p>
            <a:pPr algn="l"/>
            <a:r>
              <a:rPr lang="en-IN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Submitted By : </a:t>
            </a:r>
          </a:p>
          <a:p>
            <a:pPr algn="l"/>
            <a:r>
              <a:rPr lang="en-IN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Jeevitha .L (1HC24IS014)</a:t>
            </a:r>
          </a:p>
          <a:p>
            <a:pPr algn="l"/>
            <a:r>
              <a:rPr lang="en-IN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Manogna Shree K.J (1HC24IS022)</a:t>
            </a:r>
          </a:p>
          <a:p>
            <a:pPr algn="l"/>
            <a:r>
              <a:rPr lang="en-IN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algn="l"/>
            <a:r>
              <a:rPr lang="en-IN" b="1" dirty="0">
                <a:solidFill>
                  <a:schemeClr val="tx1"/>
                </a:solidFill>
              </a:rPr>
              <a:t>                                                 </a:t>
            </a:r>
          </a:p>
          <a:p>
            <a:pPr algn="l"/>
            <a:r>
              <a:rPr lang="en-IN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                                                                             Submitted To :</a:t>
            </a:r>
          </a:p>
          <a:p>
            <a:pPr algn="l"/>
            <a:r>
              <a:rPr lang="en-IN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                                                                                              Prof Nandita</a:t>
            </a:r>
          </a:p>
          <a:p>
            <a:pPr algn="l"/>
            <a:endParaRPr lang="en-IN" b="1" dirty="0">
              <a:solidFill>
                <a:schemeClr val="tx1"/>
              </a:solidFill>
            </a:endParaRPr>
          </a:p>
          <a:p>
            <a:pPr algn="l"/>
            <a:endParaRPr lang="en-IN" b="1" dirty="0">
              <a:solidFill>
                <a:schemeClr val="tx1"/>
              </a:solidFill>
            </a:endParaRPr>
          </a:p>
          <a:p>
            <a:pPr algn="l"/>
            <a:endParaRPr lang="en-IN" b="1" dirty="0">
              <a:solidFill>
                <a:schemeClr val="tx1"/>
              </a:solidFill>
            </a:endParaRPr>
          </a:p>
        </p:txBody>
      </p:sp>
      <p:pic>
        <p:nvPicPr>
          <p:cNvPr id="4" name="Picture 3" descr="https://drhnnce.org.in/wp-content/uploads/2024/06/HN-NCE-logo-Sanskrit-e1720195930994.png">
            <a:extLst>
              <a:ext uri="{FF2B5EF4-FFF2-40B4-BE49-F238E27FC236}">
                <a16:creationId xmlns:a16="http://schemas.microsoft.com/office/drawing/2014/main" id="{6E5026A9-C5C1-7248-6089-7B8CF7BA47A2}"/>
              </a:ext>
            </a:extLst>
          </p:cNvPr>
          <p:cNvPicPr/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213881" y="209082"/>
            <a:ext cx="2353307" cy="181222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406723743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38A817-150E-ED60-5BB4-F391534113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4" y="324466"/>
            <a:ext cx="8596668" cy="796412"/>
          </a:xfrm>
        </p:spPr>
        <p:txBody>
          <a:bodyPr/>
          <a:lstStyle/>
          <a:p>
            <a:r>
              <a:rPr lang="en-IN" b="1" u="sng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MODULES USED IN THE PROGRAM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0AAB1F4-0FAD-4900-3572-48AB8C3E5F4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1120879"/>
            <a:ext cx="8596668" cy="5496232"/>
          </a:xfrm>
        </p:spPr>
        <p:txBody>
          <a:bodyPr>
            <a:noAutofit/>
          </a:bodyPr>
          <a:lstStyle/>
          <a:p>
            <a:pPr algn="just">
              <a:buFont typeface="+mj-lt"/>
              <a:buAutoNum type="arabicPeriod"/>
            </a:pP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Login Module 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– User authentication and secure system access.</a:t>
            </a:r>
          </a:p>
          <a:p>
            <a:pPr algn="just">
              <a:buFont typeface="+mj-lt"/>
              <a:buAutoNum type="arabicPeriod"/>
            </a:pP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Customer Module 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– Add and manage customer details.</a:t>
            </a:r>
          </a:p>
          <a:p>
            <a:pPr algn="just">
              <a:buFont typeface="+mj-lt"/>
              <a:buAutoNum type="arabicPeriod"/>
            </a:pP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Account Module 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– Create and manage different bank accounts. </a:t>
            </a:r>
          </a:p>
          <a:p>
            <a:pPr algn="just">
              <a:buFont typeface="+mj-lt"/>
              <a:buAutoNum type="arabicPeriod"/>
            </a:pP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Deposit Module 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– Add money to customer accounts. </a:t>
            </a:r>
          </a:p>
          <a:p>
            <a:pPr algn="just">
              <a:buFont typeface="+mj-lt"/>
              <a:buAutoNum type="arabicPeriod"/>
            </a:pP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Withdrawal Module 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– Withdraw money from accounts.</a:t>
            </a:r>
          </a:p>
          <a:p>
            <a:pPr algn="just">
              <a:buFont typeface="+mj-lt"/>
              <a:buAutoNum type="arabicPeriod"/>
            </a:pP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Fund Transfer Module 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– Transfer money between accounts. </a:t>
            </a:r>
          </a:p>
          <a:p>
            <a:pPr algn="just">
              <a:buFont typeface="+mj-lt"/>
              <a:buAutoNum type="arabicPeriod"/>
            </a:pP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Balance Inquiry Module 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– Check current account balance.</a:t>
            </a:r>
          </a:p>
          <a:p>
            <a:pPr algn="just">
              <a:buFont typeface="+mj-lt"/>
              <a:buAutoNum type="arabicPeriod"/>
            </a:pP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Transaction Module 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– Store and view transaction history. </a:t>
            </a:r>
          </a:p>
          <a:p>
            <a:pPr algn="just">
              <a:buFont typeface="+mj-lt"/>
              <a:buAutoNum type="arabicPeriod"/>
            </a:pP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Mini Statement Module 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– Display the last few transactions. </a:t>
            </a:r>
          </a:p>
          <a:p>
            <a:pPr algn="just">
              <a:buFont typeface="+mj-lt"/>
              <a:buAutoNum type="arabicPeriod"/>
            </a:pP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Loan Module 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– Apply for and manage loans. </a:t>
            </a:r>
          </a:p>
          <a:p>
            <a:pPr algn="just">
              <a:buFont typeface="+mj-lt"/>
              <a:buAutoNum type="arabicPeriod"/>
            </a:pP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EMI Module 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– Pay loan EMI and track payments. </a:t>
            </a:r>
          </a:p>
          <a:p>
            <a:pPr algn="just">
              <a:buFont typeface="+mj-lt"/>
              <a:buAutoNum type="arabicPeriod"/>
            </a:pP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Report Module 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– Generate banking reports and summaries.</a:t>
            </a:r>
          </a:p>
          <a:p>
            <a:pPr algn="just">
              <a:buFont typeface="+mj-lt"/>
              <a:buAutoNum type="arabicPeriod"/>
            </a:pP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Interest Module 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– Calculate and add account interest. </a:t>
            </a:r>
          </a:p>
          <a:p>
            <a:pPr algn="just">
              <a:buFont typeface="+mj-lt"/>
              <a:buAutoNum type="arabicPeriod"/>
            </a:pP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Clear Module 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– Reset input fields and refresh form. GUI Module – Provides an attractive and user-friendly interface.</a:t>
            </a:r>
            <a:endParaRPr lang="en-IN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0014750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EBB361-D40B-2751-3EDF-BC39A39C72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u="sng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OBJECTIVES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EB4AFD4-D7FE-BC15-8284-E71671CE53E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1533833"/>
            <a:ext cx="8596668" cy="4507530"/>
          </a:xfrm>
        </p:spPr>
        <p:txBody>
          <a:bodyPr>
            <a:norm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main objective of the Advanced Bank Management System is to make banking operations simple, fast, and secure through a user-friendly Java Swing application. Instead of handling everything manually, this system helps manage all important banking tasks digitally in one place.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allows easy management of customer details, account creation, deposits, withdrawals, fund transfers, transaction history, and mini statements. It also supports loan applications, EMI payments, interest calculation, and report generation.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system is designed to reduce paperwork, save time, improve accuracy, and avoid human errors. With its modern graphical interface, it provides a better banking experience for both users and administrators.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Overall, this project helps in understanding how real banking systems work while applying Java programming, object-oriented concepts, and GUI development practically.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5727380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BCCF9B-929F-D031-6D65-F798484702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4" y="2517058"/>
            <a:ext cx="8596668" cy="2123768"/>
          </a:xfrm>
        </p:spPr>
        <p:txBody>
          <a:bodyPr>
            <a:noAutofit/>
          </a:bodyPr>
          <a:lstStyle/>
          <a:p>
            <a:pPr algn="ctr"/>
            <a:r>
              <a:rPr lang="en-IN" sz="10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1854340095"/>
      </p:ext>
    </p:extLst>
  </p:cSld>
  <p:clrMapOvr>
    <a:masterClrMapping/>
  </p:clrMapOvr>
</p:sld>
</file>

<file path=ppt/theme/theme1.xml><?xml version="1.0" encoding="utf-8"?>
<a:theme xmlns:a="http://schemas.openxmlformats.org/drawingml/2006/main" name="Facet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5FCBEF"/>
      </a:accent1>
      <a:accent2>
        <a:srgbClr val="2E83C3"/>
      </a:accent2>
      <a:accent3>
        <a:srgbClr val="42D0A2"/>
      </a:accent3>
      <a:accent4>
        <a:srgbClr val="2E946B"/>
      </a:accent4>
      <a:accent5>
        <a:srgbClr val="42B051"/>
      </a:accent5>
      <a:accent6>
        <a:srgbClr val="96D141"/>
      </a:accent6>
      <a:hlink>
        <a:srgbClr val="3FCDE7"/>
      </a:hlink>
      <a:folHlink>
        <a:srgbClr val="A9D3E1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0B5AB586-D108-4FC1-8368-649FE654B894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35</TotalTime>
  <Words>330</Words>
  <Application>Microsoft Office PowerPoint</Application>
  <PresentationFormat>Widescreen</PresentationFormat>
  <Paragraphs>30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9" baseType="lpstr">
      <vt:lpstr>Arial</vt:lpstr>
      <vt:lpstr>Times New Roman</vt:lpstr>
      <vt:lpstr>Trebuchet MS</vt:lpstr>
      <vt:lpstr>Wingdings 3</vt:lpstr>
      <vt:lpstr>Facet</vt:lpstr>
      <vt:lpstr>                            BANKING MANAGEMENT SYSTEM</vt:lpstr>
      <vt:lpstr>MODULES USED IN THE PROGRAM</vt:lpstr>
      <vt:lpstr>OBJECTIVES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manognashree2@gmail.com</dc:creator>
  <cp:lastModifiedBy>manognashree2@gmail.com</cp:lastModifiedBy>
  <cp:revision>4</cp:revision>
  <dcterms:created xsi:type="dcterms:W3CDTF">2026-05-07T16:59:19Z</dcterms:created>
  <dcterms:modified xsi:type="dcterms:W3CDTF">2026-05-08T05:25:09Z</dcterms:modified>
</cp:coreProperties>
</file>